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665" r:id="rId2"/>
    <p:sldId id="666" r:id="rId3"/>
    <p:sldId id="667" r:id="rId4"/>
    <p:sldId id="668" r:id="rId5"/>
    <p:sldId id="669" r:id="rId6"/>
    <p:sldId id="670" r:id="rId7"/>
    <p:sldId id="671" r:id="rId8"/>
    <p:sldId id="603" r:id="rId9"/>
    <p:sldId id="604" r:id="rId10"/>
    <p:sldId id="605" r:id="rId11"/>
    <p:sldId id="606" r:id="rId12"/>
    <p:sldId id="607" r:id="rId13"/>
    <p:sldId id="613" r:id="rId14"/>
    <p:sldId id="612" r:id="rId15"/>
    <p:sldId id="672" r:id="rId16"/>
    <p:sldId id="673" r:id="rId17"/>
    <p:sldId id="615" r:id="rId18"/>
    <p:sldId id="616" r:id="rId19"/>
    <p:sldId id="617" r:id="rId20"/>
    <p:sldId id="674" r:id="rId21"/>
    <p:sldId id="675" r:id="rId22"/>
    <p:sldId id="676" r:id="rId23"/>
    <p:sldId id="677" r:id="rId24"/>
    <p:sldId id="678" r:id="rId25"/>
    <p:sldId id="679" r:id="rId26"/>
    <p:sldId id="680" r:id="rId27"/>
    <p:sldId id="681" r:id="rId28"/>
    <p:sldId id="682" r:id="rId29"/>
    <p:sldId id="683" r:id="rId30"/>
    <p:sldId id="68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FF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64" autoAdjust="0"/>
  </p:normalViewPr>
  <p:slideViewPr>
    <p:cSldViewPr>
      <p:cViewPr varScale="1">
        <p:scale>
          <a:sx n="85" d="100"/>
          <a:sy n="85" d="100"/>
        </p:scale>
        <p:origin x="1378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8910F-2AFB-4033-B56C-66F0A1FD95E7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5720A-9658-406E-AF8C-E28D6A7BB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523971"/>
            <a:ext cx="8382000" cy="2014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</a:t>
            </a:r>
          </a:p>
          <a:p>
            <a:pPr algn="ctr"/>
            <a:endParaRPr lang="en-U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No. 05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8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" name="Title 1"/>
          <p:cNvSpPr txBox="1">
            <a:spLocks/>
          </p:cNvSpPr>
          <p:nvPr/>
        </p:nvSpPr>
        <p:spPr>
          <a:xfrm>
            <a:off x="304800" y="4538829"/>
            <a:ext cx="8458200" cy="1557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324600"/>
            <a:ext cx="38481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Nested if…else Statements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Dangling-else Problem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Last Lecture Review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(switch)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What Will You Learn Today?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46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617403"/>
          </a:xfr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 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………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(else-if)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9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617403"/>
          </a:xfr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 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………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(else-if)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6800" y="1478597"/>
            <a:ext cx="5486400" cy="1264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8946" y="2926397"/>
            <a:ext cx="5486400" cy="1569403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83972" y="4662928"/>
            <a:ext cx="5486400" cy="12958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9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 exactly work as if-else statement do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ternary operator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Ternary Operator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4191000"/>
            <a:ext cx="7848599" cy="1295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600200" y="3086100"/>
            <a:ext cx="3020588" cy="2095500"/>
            <a:chOff x="1600200" y="3086100"/>
            <a:chExt cx="3020588" cy="2095500"/>
          </a:xfrm>
        </p:grpSpPr>
        <p:sp>
          <p:nvSpPr>
            <p:cNvPr id="15" name="Arc 14"/>
            <p:cNvSpPr/>
            <p:nvPr/>
          </p:nvSpPr>
          <p:spPr>
            <a:xfrm>
              <a:off x="1600200" y="3429000"/>
              <a:ext cx="3020588" cy="1752600"/>
            </a:xfrm>
            <a:prstGeom prst="arc">
              <a:avLst>
                <a:gd name="adj1" fmla="val 10918790"/>
                <a:gd name="adj2" fmla="val 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03977" y="3086100"/>
              <a:ext cx="1253623" cy="419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600199" y="4419598"/>
            <a:ext cx="5414210" cy="1828802"/>
            <a:chOff x="1600199" y="4419598"/>
            <a:chExt cx="5414210" cy="1828802"/>
          </a:xfrm>
        </p:grpSpPr>
        <p:sp>
          <p:nvSpPr>
            <p:cNvPr id="16" name="Arc 15"/>
            <p:cNvSpPr/>
            <p:nvPr/>
          </p:nvSpPr>
          <p:spPr>
            <a:xfrm rot="10800000">
              <a:off x="1600199" y="4419598"/>
              <a:ext cx="5414210" cy="1828801"/>
            </a:xfrm>
            <a:prstGeom prst="arc">
              <a:avLst>
                <a:gd name="adj1" fmla="val 10918790"/>
                <a:gd name="adj2" fmla="val 0"/>
              </a:avLst>
            </a:prstGeom>
            <a:ln w="3810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78737" y="5829300"/>
              <a:ext cx="1253623" cy="419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False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838201" y="4298950"/>
            <a:ext cx="2085000" cy="10701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(condition)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03600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04377" y="4298950"/>
            <a:ext cx="2232823" cy="10701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statement1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1577" y="4298950"/>
            <a:ext cx="2232823" cy="107019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statement2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64777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28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 exactly work as if-else statement do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ternary operator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Ternary Operator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4191000"/>
            <a:ext cx="7848599" cy="1295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c 14"/>
          <p:cNvSpPr/>
          <p:nvPr/>
        </p:nvSpPr>
        <p:spPr>
          <a:xfrm>
            <a:off x="1600200" y="3429000"/>
            <a:ext cx="3020588" cy="1752600"/>
          </a:xfrm>
          <a:prstGeom prst="arc">
            <a:avLst>
              <a:gd name="adj1" fmla="val 10918790"/>
              <a:gd name="adj2" fmla="val 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c 15"/>
          <p:cNvSpPr/>
          <p:nvPr/>
        </p:nvSpPr>
        <p:spPr>
          <a:xfrm rot="10800000">
            <a:off x="1600199" y="4419598"/>
            <a:ext cx="5414210" cy="1828801"/>
          </a:xfrm>
          <a:prstGeom prst="arc">
            <a:avLst>
              <a:gd name="adj1" fmla="val 10918790"/>
              <a:gd name="adj2" fmla="val 0"/>
            </a:avLst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78737" y="5829300"/>
            <a:ext cx="1253623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201" y="4298950"/>
            <a:ext cx="2085000" cy="10701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(condition)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03600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04377" y="4298950"/>
            <a:ext cx="2232823" cy="10701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statement1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1577" y="4298950"/>
            <a:ext cx="2232823" cy="107019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statement2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64777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57200" y="1524000"/>
            <a:ext cx="8229600" cy="800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grade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"Failed")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460420" y="2514600"/>
            <a:ext cx="8229600" cy="79714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grade </a:t>
            </a:r>
            <a:r>
              <a:rPr lang="en-US" sz="2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3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3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"Failed"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3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03977" y="3086100"/>
            <a:ext cx="1253623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24391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These operators are used to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Three logical operators are: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Logical Operators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1998" y="3749040"/>
          <a:ext cx="762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||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41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 bank gives loan in two situations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customer is male and his age is more than 25 and his salary is more than 25000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customer is a female and her age is more than 30 and her income is 20000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Ask user to enter age, gender(M/F) and income. Check whether he\she is eligible to get loan or not.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1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age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income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gender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Your Age:\t"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Your Income\t"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income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Your Gender(M/F):\t"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86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gender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'M'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income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25000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"Sir, You can apply for Loan"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gender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'F'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income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30000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"Madam, You can apply for Loan"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are not eligible for loan"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//End of program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0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217900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Age:				26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Income:			30000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Gender(M/F):		M</a:t>
            </a:r>
          </a:p>
          <a:p>
            <a:pPr marL="0" indent="0">
              <a:spcBef>
                <a:spcPts val="0"/>
              </a:spcBef>
              <a:buNone/>
            </a:pP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Sir, You can apply for Loan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(Output)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3834193"/>
            <a:ext cx="8229600" cy="21790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Age:				23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Income:			50000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Gender(M/F):		M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are not eligible for loan</a:t>
            </a: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26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C++ provides the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multiple-selection statement to perform many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based on the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Each action is associated with the value of a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integral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(i.e., any combination of character and integer constants that evaluates to a constant integer value)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(switch)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2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(switch)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52171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switch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statement(s)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case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statement(s)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……………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statement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68876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(switch)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52171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switch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statement(s)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case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statement(s)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……………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	statement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1447800"/>
            <a:ext cx="7086600" cy="48605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081011" y="2133601"/>
            <a:ext cx="5310389" cy="1143000"/>
          </a:xfrm>
          <a:prstGeom prst="rect">
            <a:avLst/>
          </a:prstGeom>
          <a:noFill/>
          <a:ln>
            <a:solidFill>
              <a:srgbClr val="1D0C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057400" y="3455535"/>
            <a:ext cx="5310389" cy="1143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088524" y="4967570"/>
            <a:ext cx="5310389" cy="11430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Develop a calculator which is able to handle two numbers. The calculator can perform addition, subtraction, multiplication, and division.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2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61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first number:\t"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second number:\t"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operator (+,-,/,*):\t"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'+'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+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2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8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'-'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-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'*'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*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'/'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/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"Invalid input"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//End of program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2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77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149320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number:			400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number:			200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operator (+,-,/,*):		+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 + 200 = 600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2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3108765"/>
            <a:ext cx="8229600" cy="14932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number:			600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number:    		300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operator (+,-,/,*):		/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600 / 100 = 6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777801"/>
            <a:ext cx="8229600" cy="14932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number:			300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number:    		400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operator (+,-,/,*):		*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 * 400 = 1200</a:t>
            </a:r>
          </a:p>
        </p:txBody>
      </p:sp>
    </p:spTree>
    <p:extLst>
      <p:ext uri="{BB962C8B-B14F-4D97-AF65-F5344CB8AC3E}">
        <p14:creationId xmlns:p14="http://schemas.microsoft.com/office/powerpoint/2010/main" val="427731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  <p:bldP spid="1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Write a program that takes grade as an input from the user and depending upon the grade display the message. Following is the criteria: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'A' then display “Excellent”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'B' then display “Very Good”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'C' then display “Good”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'D' then display “Poor”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'F' then display “Fail”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3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04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3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"Please enter the student’s grade : 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switch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grade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'A'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case A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"Excellent"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'B'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case B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"Very Good"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//necessary to exit switch</a:t>
            </a:r>
          </a:p>
        </p:txBody>
      </p:sp>
    </p:spTree>
    <p:extLst>
      <p:ext uri="{BB962C8B-B14F-4D97-AF65-F5344CB8AC3E}">
        <p14:creationId xmlns:p14="http://schemas.microsoft.com/office/powerpoint/2010/main" val="179037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3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536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'C'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case C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"Good"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'D'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case D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"Poor"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'F'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case F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grade from A to D 				or F"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36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3 (Output)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990600"/>
          </a:xfrm>
          <a:solidFill>
            <a:schemeClr val="tx1"/>
          </a:solidFill>
          <a:ln>
            <a:solidFill>
              <a:srgbClr val="FF33CC"/>
            </a:solidFill>
          </a:ln>
        </p:spPr>
        <p:txBody>
          <a:bodyPr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the student’s grade :	A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Excellent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971800"/>
            <a:ext cx="8229600" cy="990600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the student’s grade :	F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267200"/>
            <a:ext cx="8229600" cy="997642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the student’s grade :	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grade from A to D or F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07642" y="5707958"/>
            <a:ext cx="8229600" cy="99764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will happen if user enters lower letter?</a:t>
            </a:r>
          </a:p>
        </p:txBody>
      </p:sp>
    </p:spTree>
    <p:extLst>
      <p:ext uri="{BB962C8B-B14F-4D97-AF65-F5344CB8AC3E}">
        <p14:creationId xmlns:p14="http://schemas.microsoft.com/office/powerpoint/2010/main" val="337443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build="p" animBg="1"/>
      <p:bldP spid="15" grpId="0" build="p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Write a program that takes grade as an input from the user and depending upon the grade display the message. Following is the criteria: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'A' or 'a' then display “Excellent”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'B' or 'b' then display “Very Good”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'C' or 'c' then display “Good”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'D' or 'd' then display “Poor”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grade is 'F' or 'f' then display “Fail”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4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82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4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5916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"Please enter the student’s grade : 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grade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'A'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upper case A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'a'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lower case a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"Excellent"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'B'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upper case B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'b'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lower case b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"Very Good"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necessary to exit switch</a:t>
            </a:r>
          </a:p>
        </p:txBody>
      </p:sp>
    </p:spTree>
    <p:extLst>
      <p:ext uri="{BB962C8B-B14F-4D97-AF65-F5344CB8AC3E}">
        <p14:creationId xmlns:p14="http://schemas.microsoft.com/office/powerpoint/2010/main" val="207133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4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'C'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upper case C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'c'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lower case c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"Good"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'D'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upper case D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'd'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lower case d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"Poor"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'F'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upper case F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'f'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grade was lower case f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necessary to exit switch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grade from A to D or F"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09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4 (Output)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990600"/>
          </a:xfrm>
          <a:solidFill>
            <a:schemeClr val="tx1"/>
          </a:solidFill>
          <a:ln>
            <a:solidFill>
              <a:srgbClr val="FF33CC"/>
            </a:solidFill>
          </a:ln>
        </p:spPr>
        <p:txBody>
          <a:bodyPr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the student’s grade :	A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Excellent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3071116"/>
            <a:ext cx="8229600" cy="990600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the student’s grade :	f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488758"/>
            <a:ext cx="8229600" cy="997642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enter the student’s grade :	H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grade from A to D or F</a:t>
            </a:r>
          </a:p>
        </p:txBody>
      </p:sp>
    </p:spTree>
    <p:extLst>
      <p:ext uri="{BB962C8B-B14F-4D97-AF65-F5344CB8AC3E}">
        <p14:creationId xmlns:p14="http://schemas.microsoft.com/office/powerpoint/2010/main" val="16410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build="p" animBg="1"/>
      <p:bldP spid="15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5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24219"/>
          </a:xfrm>
        </p:spPr>
        <p:txBody>
          <a:bodyPr>
            <a:normAutofit fontScale="92500"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 a company, there are deductions from the salary of the employees for a fund. The deductions rules are as follows:</a:t>
            </a:r>
          </a:p>
          <a:p>
            <a:pPr lvl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If salary is less than Rs.10,000 then no deduction</a:t>
            </a:r>
          </a:p>
          <a:p>
            <a:pPr lvl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If salary is equal to or more than Rs.10,000 and less than Rs.20,000 then deduct Rs.1,000 as fund</a:t>
            </a:r>
          </a:p>
          <a:p>
            <a:pPr lvl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If salary is equal to or more than 20,000 then deduct 7 % of the salary for fund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Input salary and name from user and after appropriate deduction show the net payable amount like this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Hello *name*! Your net payable amount is 12000</a:t>
            </a:r>
          </a:p>
        </p:txBody>
      </p:sp>
      <p:sp>
        <p:nvSpPr>
          <p:cNvPr id="2" name="Rectangle 1"/>
          <p:cNvSpPr/>
          <p:nvPr/>
        </p:nvSpPr>
        <p:spPr>
          <a:xfrm>
            <a:off x="533401" y="6354568"/>
            <a:ext cx="8229599" cy="47204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Work Assignment</a:t>
            </a:r>
          </a:p>
        </p:txBody>
      </p:sp>
    </p:spTree>
    <p:extLst>
      <p:ext uri="{BB962C8B-B14F-4D97-AF65-F5344CB8AC3E}">
        <p14:creationId xmlns:p14="http://schemas.microsoft.com/office/powerpoint/2010/main" val="329542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Multiple Selection (switch)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Recap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71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Questions</a:t>
              </a:r>
            </a:p>
          </p:txBody>
        </p:sp>
      </p:grpSp>
      <p:pic>
        <p:nvPicPr>
          <p:cNvPr id="17" name="Content Placeholder 3" descr="Question_Mark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1828800"/>
            <a:ext cx="3695700" cy="3886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2141</Words>
  <Application>Microsoft Office PowerPoint</Application>
  <PresentationFormat>On-screen Show (4:3)</PresentationFormat>
  <Paragraphs>372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Shahid</dc:creator>
  <cp:lastModifiedBy>Rana Arsal Mahmood</cp:lastModifiedBy>
  <cp:revision>2619</cp:revision>
  <dcterms:created xsi:type="dcterms:W3CDTF">2006-08-16T00:00:00Z</dcterms:created>
  <dcterms:modified xsi:type="dcterms:W3CDTF">2025-04-14T10:00:33Z</dcterms:modified>
</cp:coreProperties>
</file>